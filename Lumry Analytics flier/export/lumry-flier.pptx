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450" y="0"/>
            <a:ext cx="5162550" cy="9144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24950"/>
            <a:ext cx="5143500" cy="91630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4450" y="9124950"/>
            <a:ext cx="5162550" cy="9163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2026-06-16T10:27:32Z</dcterms:created>
  <dcterms:modified xsi:type="dcterms:W3CDTF">2026-06-16T10:27:32Z</dcterms:modified>
</cp:coreProperties>
</file>